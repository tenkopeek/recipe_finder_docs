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 (~15 сек)
Добрый день! Меня зовут Тушинский Никита, группа ИСП-42. Тема проекта — разработка сайта-конструктора рецептов с умной фильтрацией по ингредиентам на Django.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 (~25 сек)
В современном ритме жизни найти рецепт из того, что есть в холодильнике, — реальная задача. Готовых русскоязычных решений нет. Цель — создать открытый бесплатный инструмент. Аудитория широкая: от домохозяек до начинающих разработчиков.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 (~20 сек)
Проект разбит на шесть последовательных задач: от анализа существующих решений до тестирования готового алгоритма. Каждая задача закрывает конкретный этап разработки.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 (~30 сек)
Анализ четырёх сервисов. Supercook и Yummly — зарубежные, без открытого кода. RussianFood не умеет ранжировать по нескольким ингредиентам. Наш проект — единственный с полным набором функций на русском языке.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 (~25 сек)
Django выбран как наиболее самодостаточный фреймворк. Flask и FastAPI требуют внешних зависимостей. SQLite не требует настройки сервера. DTL уже встроен в Django.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 (~30 сек)
Две модели — Ingredient и Recipe, связь Many-to-Many. Django сам создаёт промежуточную таблицу. Нормализованная структура: один ингредиент Соль не дублируется в каждом рецепте, а хранится один раз.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 (~35 сек)
Алгоритм — три шага. Пересечение: что из выбранного есть в рецепте. Вес: сортировка по числу совпадений. Дефицит: список продуктов, которых не хватает. Всё реализовано одним QuerySet через annotate и Count — вычисления идут в SQL, не в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 (~20 сек)
Главная страница — список чекбоксов. Пользователь отмечает продукты и нажимает поиск. Данные передаются через GET, поэтому URL с выбором можно переслать.
&gt;&gt;&gt; ПОКАЗАТЬ СКРИНШОТ главной страницы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9 (~20 сек)
На странице результатов — карточки, отсортированные по числу совпадений. Каждая карточка сразу показывает, чего не хватает. Это главная фишка — пользователь сразу видит, что купить.
&gt;&gt;&gt; ПОКАЗАТЬ СКРИНШОТ страницы результатов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10 (~20 сек)
Admin-панель позволяет управлять данными без кода. Для Many-to-Many настроен удобный виджет filter_horizontal. Маршрутизация включает три маршрута: главная, результаты и панель администратора.
&gt;&gt;&gt; ПОКАЗАТЬ СКРИНШОТ admin-панели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11 (~25 сек)
Тестирование на 50 ингредиентах и 15 рецептах. Пять сценариев покрывают все граничные случаи: полное совпадение, частичное, ноль совпадений, равные веса. Все тесты пройдены.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12 (~15 сек)
Все задачи выполнены. Проект имеет реальную практическую ценность — помогает сократить пищевые отходы. Перспективы: личные кабинеты, КБЖУ, UGC, PWA.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82296"/>
            <a:ext cx="2560320" cy="5061204"/>
          </a:xfrm>
          <a:prstGeom prst="rect">
            <a:avLst/>
          </a:prstGeom>
          <a:solidFill>
            <a:srgbClr val="142B1F"/>
          </a:solidFill>
          <a:ln w="12700">
            <a:solidFill>
              <a:srgbClr val="142B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0" y="548640"/>
            <a:ext cx="25603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ИНДИВИДУАЛЬНЫЙ ПРОЕКТ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5760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сайта с рецептами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фильтрацией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ингредиентам на Django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1280160" cy="457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26080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8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Тушинский Никита Федорович, группа ИСП-42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Базяк Галина Владимировна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480560"/>
            <a:ext cx="5760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ГБПОУ МО «Физтех-колледж»  ·  Долгопрудный  · 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цель проекта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31920" cy="1874520"/>
          </a:xfrm>
          <a:prstGeom prst="rect">
            <a:avLst/>
          </a:prstGeom>
          <a:solidFill>
            <a:srgbClr val="FFF5F0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64008" cy="1874520"/>
          </a:xfrm>
          <a:prstGeom prst="rect">
            <a:avLst/>
          </a:prstGeom>
          <a:solidFill>
            <a:srgbClr val="D46B3B"/>
          </a:solidFill>
          <a:ln w="12700">
            <a:solidFill>
              <a:srgbClr val="D46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698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89888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тратят время на поиск рецепта из имеющихся продуктов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Русскоязычные сервисы не ранжируют по совпадениям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показывает список недостающих ингредиентов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3931920" cy="1874520"/>
          </a:xfrm>
          <a:prstGeom prst="rect">
            <a:avLst/>
          </a:prstGeom>
          <a:solidFill>
            <a:srgbClr val="F0F8E8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05840"/>
            <a:ext cx="64008" cy="18745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0698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проекта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389888"/>
            <a:ext cx="3611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веб-приложение «Конструктор рецептов» — подбор блюд по набору продуктов с ранжированием по степени совпадения и выводом дефицита ингредиентов.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8412480" cy="914400"/>
          </a:xfrm>
          <a:prstGeom prst="rect">
            <a:avLst/>
          </a:prstGeom>
          <a:solidFill>
            <a:srgbClr val="F5FAF0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081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3649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Домохозяйки и люди, планирующие питание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10128" y="3108960"/>
            <a:ext cx="0" cy="777240"/>
          </a:xfrm>
          <a:prstGeom prst="line">
            <a:avLst/>
          </a:prstGeom>
          <a:noFill/>
          <a:ln w="9525">
            <a:solidFill>
              <a:srgbClr val="C5DD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3649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Студенты с ограниченным бюджетом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99048" y="3108960"/>
            <a:ext cx="0" cy="777240"/>
          </a:xfrm>
          <a:prstGeom prst="line">
            <a:avLst/>
          </a:prstGeom>
          <a:noFill/>
          <a:ln w="9525">
            <a:solidFill>
              <a:srgbClr val="C5DD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3649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Веб-разработчики (учебный пример Many-to-Many)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проекта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2412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2412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137160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69848" y="11430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аналогов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9848" y="148132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Исследовать Supercook, Yummly, RussianFood и обосновать необходимость собственного решения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2412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2412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28032" y="137160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21808" y="11430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технологий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1808" y="148132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и обосновать фреймворк, СУБД, шаблонизатор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30428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30428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" y="265176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69848" y="24231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данных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" y="276148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Спроектировать структуру с реляционной связью Many-to-Many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30428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28032" y="265176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21808" y="24231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поиска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276148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 ранжирование по пересечению множеств через Django ORM annotate/Count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358444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1480" y="358444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93192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69848" y="37033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Пользовательский интерфейс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" y="404164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выбора ингредиентов и страница результатов с карточками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584448"/>
            <a:ext cx="40690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584448"/>
            <a:ext cx="64008" cy="11155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28032" y="393192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21808" y="37033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21808" y="4041648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функциональное тестирование по 5 сценариям на 50 ингредиентах и 15 рецептах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аналогов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87552"/>
          <a:ext cx="84124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188720"/>
                <a:gridCol w="1417320"/>
                <a:gridCol w="1554480"/>
              </a:tblGrid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Supercook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Yummly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RussianFood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 проект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Язык интерфейса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Английский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Английский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Русский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Русский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Фильтрация по нескольким ингредиентам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Ограниченно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Ранжирование по совпадениям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Вывод недостающих ингредиентов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Открытый исходный код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9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доступ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3434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наш проект одновременно русскоязычный, бесплатный и показывает недостающие ингредиенты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стека технологий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24128"/>
            <a:ext cx="40690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76072" y="1481328"/>
            <a:ext cx="347472" cy="3474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481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115568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4.x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ORM, admin-панель, миграции, шаблонизатор — всё из коробки. Принцип DRY.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24128"/>
            <a:ext cx="40690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28032" y="1481328"/>
            <a:ext cx="347472" cy="3474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81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1115568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57800" y="14356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28032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язык Django. Лаконичный синтаксис, богатая экосистема.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551176"/>
            <a:ext cx="40690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072" y="3008376"/>
            <a:ext cx="347472" cy="3474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642616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6072" y="33558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Встроенная БД без сервера — оптимально для учебного проекта.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551176"/>
            <a:ext cx="40690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28032" y="3008376"/>
            <a:ext cx="347472" cy="34747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2642616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DTL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57800" y="2962656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Шаблонизатор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28032" y="33558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Тесно интегрирован с Django. Не требует сторонних JS-библиотек.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4315968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Альтернативы: Flask (нет встроенных инструментов), FastAPI (нет шаблонов), PostgreSQL (избыточен для учебного проекта)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данных: модели и связь Many-to-Many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51460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recipes_recipe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" y="1426464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(PK)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1755648"/>
            <a:ext cx="2331720" cy="0"/>
          </a:xfrm>
          <a:prstGeom prst="line">
            <a:avLst/>
          </a:prstGeom>
          <a:noFill/>
          <a:ln w="6350">
            <a:solidFill>
              <a:srgbClr val="C5DD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7830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2112264"/>
            <a:ext cx="2331720" cy="0"/>
          </a:xfrm>
          <a:prstGeom prst="line">
            <a:avLst/>
          </a:prstGeom>
          <a:noFill/>
          <a:ln w="6350">
            <a:solidFill>
              <a:srgbClr val="C5DD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139696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" y="2468880"/>
            <a:ext cx="2331720" cy="0"/>
          </a:xfrm>
          <a:prstGeom prst="line">
            <a:avLst/>
          </a:prstGeom>
          <a:noFill/>
          <a:ln w="6350">
            <a:solidFill>
              <a:srgbClr val="C5DD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496312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1280160"/>
            <a:ext cx="2514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1280160"/>
            <a:ext cx="2514600" cy="3657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12801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recipe_ingredients (M2M)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64992" y="1719072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recipe_id  (FK)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2048256"/>
            <a:ext cx="2331720" cy="0"/>
          </a:xfrm>
          <a:prstGeom prst="line">
            <a:avLst/>
          </a:prstGeom>
          <a:noFill/>
          <a:ln w="6350">
            <a:solidFill>
              <a:srgbClr val="C5DD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4992" y="2075688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ingredient_id  (FK)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1005840"/>
            <a:ext cx="25146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005840"/>
            <a:ext cx="251460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0058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recipes_ingredient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82512" y="1426464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(PK)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82512" y="1755648"/>
            <a:ext cx="2331720" cy="0"/>
          </a:xfrm>
          <a:prstGeom prst="line">
            <a:avLst/>
          </a:prstGeom>
          <a:noFill/>
          <a:ln w="6350">
            <a:solidFill>
              <a:srgbClr val="C5DD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17830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(unique)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88920" y="1920240"/>
            <a:ext cx="50292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6440" y="1920240"/>
            <a:ext cx="502920" cy="0"/>
          </a:xfrm>
          <a:prstGeom prst="line">
            <a:avLst/>
          </a:prstGeom>
          <a:noFill/>
          <a:ln w="19050">
            <a:solidFill>
              <a:srgbClr val="4A7C5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16642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15000" y="16642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: 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063240"/>
            <a:ext cx="8595360" cy="914400"/>
          </a:xfrm>
          <a:prstGeom prst="rect">
            <a:avLst/>
          </a:prstGeom>
          <a:solidFill>
            <a:srgbClr val="F0F8E8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3127248"/>
            <a:ext cx="8321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ManyToManyField</a:t>
            </a:r>
            <a:pPr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Django автоматически создаёт промежуточную таблицу. Один ингредиент «Соль» связан с неограниченным числом рецептов </a:t>
            </a:r>
            <a:pPr indent="0" marL="0">
              <a:buNone/>
            </a:pPr>
            <a:r>
              <a:rPr lang="en-US" sz="1150" b="1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дублирования данных</a:t>
            </a:r>
            <a:pPr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Django ORM обеспечивает двустороннюю навигацию: </a:t>
            </a:r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recipe.ingredients.all()</a:t>
            </a:r>
            <a:pPr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ingredient.recipes.all()</a:t>
            </a:r>
            <a:pPr indent="0" marL="0">
              <a:buNone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«умного» поиска и ранжирования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87552"/>
            <a:ext cx="265176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17320" y="758952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758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Пересечение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92224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= U ∩ Ri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Находим общие ингредиенты между выбором пользователя U и составом рецепта Ri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987552"/>
            <a:ext cx="265176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758952"/>
            <a:ext cx="457200" cy="457200"/>
          </a:xfrm>
          <a:prstGeom prst="ellipse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758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146304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совпадения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1792224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 = |Si|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Сортировка по убыванию Wi — рецепты с наибольшим числом совпадений поднимаются вверх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9320" y="987552"/>
            <a:ext cx="265176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86600" y="758952"/>
            <a:ext cx="457200" cy="457200"/>
          </a:xfrm>
          <a:prstGeom prst="ellipse">
            <a:avLst/>
          </a:prstGeom>
          <a:solidFill>
            <a:srgbClr val="5FBC62"/>
          </a:solidFill>
          <a:ln w="12700">
            <a:solidFill>
              <a:srgbClr val="5F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758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46304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792224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= Ri \ U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Mi = ∅ → «Готов к приготовлению!»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Иначе → список продуктов, которых не хватает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017520"/>
            <a:ext cx="8503920" cy="1508760"/>
          </a:xfrm>
          <a:prstGeom prst="rect">
            <a:avLst/>
          </a:prstGeom>
          <a:solidFill>
            <a:srgbClr val="F5FAF0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0723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через Django ORM (views.py)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3364992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recipes = Recipe.objects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.annotate(matches=Count('ingredients', filter=Q(ingredients__id__in=selected_ids)))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3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.filter(matches__gt=0).order_by('-matches', 'name')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36499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Вычисления на стороне СУБД — нет проблемы N+1 запросов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Интерфейс: главная страница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87552"/>
            <a:ext cx="5029200" cy="3383280"/>
          </a:xfrm>
          <a:prstGeom prst="rect">
            <a:avLst/>
          </a:prstGeom>
          <a:solidFill>
            <a:srgbClr val="E8F0E0"/>
          </a:solidFill>
          <a:ln w="19050">
            <a:solidFill>
              <a:srgbClr val="4A7C59"/>
            </a:solidFill>
            <a:prstDash val="dashDot"/>
          </a:ln>
        </p:spPr>
      </p:sp>
      <p:sp>
        <p:nvSpPr>
          <p:cNvPr id="5" name="Text 3"/>
          <p:cNvSpPr/>
          <p:nvPr/>
        </p:nvSpPr>
        <p:spPr>
          <a:xfrm>
            <a:off x="320040" y="987552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СКРИНШОТ: главная страница 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адаптивная сетка чекбоксов с ингредиентами 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577840" y="987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особенности: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1316736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всех ингредиентов из базы данных в виде чекбоксов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Адаптивная сетка — удобна на любом экране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отправляет данные методом GET — ссылку можно сохранить в закладки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Паттерн: «Отметь что есть — узнай, чего не хватает»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«Найти рецепты» запускает алгоритм поиска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" y="4462272"/>
            <a:ext cx="5029200" cy="320040"/>
          </a:xfrm>
          <a:prstGeom prst="rect">
            <a:avLst/>
          </a:prstGeom>
          <a:solidFill>
            <a:srgbClr val="EAEAEA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448056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 /  — форма выбора ингредиентов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Интерфейс: страница результатов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87552"/>
            <a:ext cx="5029200" cy="3383280"/>
          </a:xfrm>
          <a:prstGeom prst="rect">
            <a:avLst/>
          </a:prstGeom>
          <a:solidFill>
            <a:srgbClr val="E8F0E0"/>
          </a:solidFill>
          <a:ln w="19050">
            <a:solidFill>
              <a:srgbClr val="4A7C59"/>
            </a:solidFill>
            <a:prstDash val="dashDot"/>
          </a:ln>
        </p:spPr>
      </p:sp>
      <p:sp>
        <p:nvSpPr>
          <p:cNvPr id="5" name="Text 3"/>
          <p:cNvSpPr/>
          <p:nvPr/>
        </p:nvSpPr>
        <p:spPr>
          <a:xfrm>
            <a:off x="320040" y="987552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СКРИНШОТ: страница результатов 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рецептов с индикатором совпадений 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577840" y="987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Элементы карточки рецепта: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1316736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рецептов, отсортированные по убыванию числа совпадений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Индикатор: «У вас есть 4 из 5 ингредиентов»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«Чего не хватает» — список дефицитных продуктов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«Можно готовить прямо сейчас!» — при полном совпадении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«Расширьте выбор» — если совпадений нет вовсе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" y="4462272"/>
            <a:ext cx="5029200" cy="320040"/>
          </a:xfrm>
          <a:prstGeom prst="rect">
            <a:avLst/>
          </a:prstGeom>
          <a:solidFill>
            <a:srgbClr val="EAEAEA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448056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 /results/?ingredients=3&amp;ingredients=7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Административная панель Django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87552"/>
            <a:ext cx="4846320" cy="2560320"/>
          </a:xfrm>
          <a:prstGeom prst="rect">
            <a:avLst/>
          </a:prstGeom>
          <a:solidFill>
            <a:srgbClr val="E8F0E0"/>
          </a:solidFill>
          <a:ln w="19050">
            <a:solidFill>
              <a:srgbClr val="4A7C59"/>
            </a:solidFill>
            <a:prstDash val="dashDot"/>
          </a:ln>
        </p:spPr>
      </p:sp>
      <p:sp>
        <p:nvSpPr>
          <p:cNvPr id="5" name="Text 3"/>
          <p:cNvSpPr/>
          <p:nvPr/>
        </p:nvSpPr>
        <p:spPr>
          <a:xfrm>
            <a:off x="320040" y="987552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СКРИНШОТ: Django Admin 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рецептами и ингредиентами,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виджет filter_horizontal 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394960" y="987552"/>
            <a:ext cx="34290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94960" y="987552"/>
            <a:ext cx="64008" cy="25603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06070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admin-панели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137160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рецептов по названию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Фильтрация по ингредиентам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Виджет filter_horizontal для M2M-поля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данных без SQL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Быстрое наполнение базы рецептами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3703320"/>
            <a:ext cx="8503920" cy="1051560"/>
          </a:xfrm>
          <a:prstGeom prst="rect">
            <a:avLst/>
          </a:prstGeom>
          <a:solidFill>
            <a:srgbClr val="F0F8E8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Маршрутизация (urls.py)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59936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08760" y="40599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выбора ингредиентов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37560" y="4059936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/results/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43400" y="40599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поиска и ранжирования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72200" y="4059936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78040" y="405993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Admin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базой данных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 тестирование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645920" cy="502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87552"/>
            <a:ext cx="1920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058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ингредиентов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87168" y="987552"/>
            <a:ext cx="1920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10058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487168" y="14813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рецептов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теста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08576" y="987552"/>
            <a:ext cx="1920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8576" y="10058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08576" y="14813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сценариев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9984" y="987552"/>
            <a:ext cx="1920240" cy="868680"/>
          </a:xfrm>
          <a:prstGeom prst="rect">
            <a:avLst/>
          </a:prstGeom>
          <a:solidFill>
            <a:srgbClr val="EBF5D8"/>
          </a:solidFill>
          <a:ln w="9525">
            <a:solidFill>
              <a:srgbClr val="C5DDB5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9984" y="100584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9984" y="14813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сценариев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93392"/>
          <a:ext cx="85039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301752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Тестовый сценарий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результат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Ингредиенты полностью совпадают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Блок «не хватает» пуст, рецепт первый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 Пройден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Частичное совпадение ингредиентов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Карточка с перечнем дефицита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 Пройден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 не выбрал ничего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Пустая страница с подсказкой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 Пройден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Одинаковый вес у нескольких рецептов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Доп. сортировка по алфавиту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 Пройден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Ингредиенты не входят ни в один рецепт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D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Страница результатов пуста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5C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 Пройден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D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D8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20040" y="4553712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5 тестовых сценариев пройдены успешно. Алгоритм корректно обрабатывает крайние случаи: 0 совпадений, полное совпадение, равные веса.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46520" y="82296"/>
            <a:ext cx="2697480" cy="5061204"/>
          </a:xfrm>
          <a:prstGeom prst="rect">
            <a:avLst/>
          </a:prstGeom>
          <a:solidFill>
            <a:srgbClr val="142B1F"/>
          </a:solidFill>
          <a:ln w="12700">
            <a:solidFill>
              <a:srgbClr val="142B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92240" y="8229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92240" y="14813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ингредиентов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92240" y="21945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92240" y="28529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рецептов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92240" y="35661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92240" y="42245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560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и перспективы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Достигнутые результаты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987552"/>
            <a:ext cx="54864" cy="2560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98755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Реализована архитектура Many-to-Many на Django ORM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1399032"/>
            <a:ext cx="54864" cy="2560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39903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ранжирования по пересечению множеств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1810512"/>
            <a:ext cx="54864" cy="2560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81051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дефицита ингредиентов для каждого рецепта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221992"/>
            <a:ext cx="54864" cy="2560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22199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5 тест-сценариев пройдены успешно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27249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 развития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054096"/>
            <a:ext cx="54864" cy="23774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054096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кабинеты — история поиска и избранные рецепты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54864" cy="23774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47288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КБЖУ для каждого блюда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3840480"/>
            <a:ext cx="54864" cy="23774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3840480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UGC — добавление рецептов пользователями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4233672"/>
            <a:ext cx="54864" cy="23774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233672"/>
            <a:ext cx="5577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— мобильное приложение без установки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4681728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Готов ответить на вопросы.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2026-04-22T20:09:29Z</dcterms:created>
  <dcterms:modified xsi:type="dcterms:W3CDTF">2026-04-22T20:09:29Z</dcterms:modified>
</cp:coreProperties>
</file>